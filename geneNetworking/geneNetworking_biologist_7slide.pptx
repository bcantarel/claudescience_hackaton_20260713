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651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12848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Cocktail of Transcription Factors Regulates Which Genes — and Is It Conserved?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94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FD7EA"/>
                </a:solidFill>
                <a:latin typeface="Calibri"/>
              </a:rPr>
              <a:t>One genome builds many cell types. We ask which TF combinations define each tissue/cell-type program, and whether that regulatory logic is shared across mammals.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83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Two complementary views: bulk RNA-seq across 26 vertebrates (breadth) + single-cell across human/mouse/lemur (cell-type resolution).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Methods — Two Arms, One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7315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Bulk RNA-seq arm (breadth across the tree of life)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Human GTEx reference (recount3, 30 tissues) → WGCNA co-expression modules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Preservation tested across 26 vertebrates (WGCNA Zsummary) + phylogenetic signal (Blomberg’s K)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TF layer: 793 TFs, 3-method GRN ensemble (GENIE3 + GRNBoost2 + CLR), XGBoost+SHAP cocktails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Single-cell RNA-seq arm (resolution within tissues)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Tabula atlases: human / mouse / lemur; 4 core tissues, 357k cells, 14,073 1:1 orthologs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Cell types harmonized to a 34-type panel (Cell Ontology); per-cell-type regulon inference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Full pySCENIC: GRNBoost2 → cisTarget motif pruning → AUCell, 10-bootstrap stability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The key comparison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Bulk mixes all cell types in a tissue; single-cell separates them — so we can ask which bulk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666666"/>
                </a:solidFill>
                <a:latin typeface="Calibri"/>
              </a:rPr>
              <a:t>  “master regulators” are real cell-intrinsic drivers vs. artifacts of tissue composition</a:t>
            </a:r>
          </a:p>
        </p:txBody>
      </p:sp>
      <p:pic>
        <p:nvPicPr>
          <p:cNvPr id="6" name="Picture 5" descr="phaseB_G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417320"/>
            <a:ext cx="3657600" cy="16369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Bulk 3-method GRN ensemble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Bulk RNA-seq (1) — Tissue Modules Are Deeply Conserved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27 tissue-defining co-expression modules (7,034 genes)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Each module maps cleanly to a tissue (liver M13, muscle M18, spleen M14, testis, ovary…)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Conservation is module-driven, not divergence-driven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Module membership preserved across all 26 vertebrates (6–429 My); Zsummary high throughout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But wiring diverges: connectivity preservation ≈ 0 while density preservation stays high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Phylogenetic signal is weak and uniform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Every module Blomberg’s K ≪ 1 (mean 0.18) — conservation does NOT track the phylogeny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A few modules carry signal (pituitary K=0.47, testis, spleen) — candidate adaptive programs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Takeaway: what is conserved is membership; how genes are wired shifts between species</a:t>
            </a:r>
          </a:p>
        </p:txBody>
      </p:sp>
      <p:pic>
        <p:nvPicPr>
          <p:cNvPr id="6" name="Picture 5" descr="stage2_crossspecies_p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206240" cy="29039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4617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Cross-species module preservation (26 vertebrates)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Bulk RNA-seq (2) — Context-Dependent TF Cocktails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One TF, different partners in different tissues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The regulatory backbone (TF sub-networks) preserves BETTER than the full modules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FOXA1 acts with distinct co-factors per tissue; HNF1A+HNF4A+HNF1B define liver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Strongest cocktails (XGBoost SHAP interaction)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Spleen/immune M14: IKZF1×BHLHA15 (1.18), IKZF1×IRF4 (1.15)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Liver M13: NR1I3(CAR)×ATF5 (1.11)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Immune M10: IKZF1×SPI1 (0.79)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Validation vs DoRothEA gold standard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Ensemble GRN AUROC 0.67–0.69; best on high-confidence TF sets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Caveat that motivates single-cell: bulk cannot tell a cell-intrinsic driver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666666"/>
                </a:solidFill>
                <a:latin typeface="Calibri"/>
              </a:rPr>
              <a:t>  from a TF that merely tracks how much of a cell type is in the tissue</a:t>
            </a:r>
          </a:p>
        </p:txBody>
      </p:sp>
      <p:pic>
        <p:nvPicPr>
          <p:cNvPr id="6" name="Picture 5" descr="phaseB_cock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206240" cy="1799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4892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Bulk TF cocktail interactions (SHAP)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Single-Cell (1) — The Thesis Holds at Cell-Type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Single-cell separates the cell types bulk mixed together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4 tissues × 3 species; per-cell-type regulons for plasma cell, hepatocyte, monocyte, T cell…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“Membership conserved, wiring drifts” — confirmed within cell types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Regulator identity conserved 3.5× more than target wiring (motif-pruned; 3.2–5.0× above chance)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Held-out test: lemur regulons predicted from human+mouse track conservation at ρ = 0.79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Canonical masters survive strict cisTarget motif pruning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XBP1 (plasma cell), HNF4A (hepatocyte), CEBPB + FOS (monocyte, all 3 species)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Reaches teleost: master regulators recur in zebrafish (~450 My; p ≤ 0.016)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Brackets marsupials &amp; afrotheria — the conserved core “goes the distance”</a:t>
            </a:r>
          </a:p>
        </p:txBody>
      </p:sp>
      <p:pic>
        <p:nvPicPr>
          <p:cNvPr id="6" name="Picture 5" descr="vcc616411_sc_regulon_con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2278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47091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Regulator-identity vs target-set conservation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Single-Cell (2) — Bulk vs Single-Cell Master Regulators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704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  <a:latin typeface="Calibri"/>
              </a:rPr>
              <a:t>Single-cell resolves the true cell-intrinsic master; bulk names composition-linked TFs instead.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468880"/>
                <a:gridCol w="2468880"/>
                <a:gridCol w="4160520"/>
              </a:tblGrid>
              <a:tr h="8412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Cell type / module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Bulk RNA-seq masters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Single-cell masters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single-cell reveals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Plasma cell (M14)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IKZF1 / NKX2-3 / EBF4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XBP1 / JUND / TCF12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XBP1 = the true UPR/secretory master; IKZF1 was a B/plasma composition signal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Hepatocyte (M13)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NR1I3 / ATF5 / PROX1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NFIA / KLF12 / ETV6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Bulk xenobiotic-TFs give way to cell-intrinsic drivers; MLXIPL×NR1H4 genuine all 3 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Monocyte (M15)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STAT6 / TBX21 / SP110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SPI1 / FOSB / MAF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SPI1/PU.1 — the canonical myeloid master — emerges only at single-cell resolution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T cell (M10)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IKZF1 / TBX21 / SPI1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MZF1 / BACH2 / IRF4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Bulk repeats IKZF1 (same as plasma) — a shared-lymphocyte artifact; sc separates them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053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Bulk = XGBoost gain rank (whole-tissue);  Single-cell = pySCENIC motif-pruned regulon, module-gene targets (human).  Red = bulk, teal = single-cell.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Bottom Line — Why Both Views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The regulatory logic of tissues is ancient, but written in the regulators — not the wiring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Conserved across 26 vertebrates (bulk) and confirmed within cell types to teleost (single-cell)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Single-cell corrects bulk’s composition confound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Bulk “masters” IKZF1 (plasma &amp; T cell) reflect lymphocyte content, not cell-intrinsic control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Single-cell recovers the textbook masters: XBP1 (plasma), SPI1/PU.1 (monocyte), HNF4A (liver)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Bulk SHAP magnitude does NOT predict single-cell validation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MLXIPL×NR1H4 (hepatocyte) genuine in all 3 species yet under-ranked in bulk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IKZF1×IRF4 (top bulk spleen cocktail) genuine in lemur only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For a biologist: use bulk to find conserved programs across species; use single-cell to name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666666"/>
                </a:solidFill>
                <a:latin typeface="Calibri"/>
              </a:rPr>
              <a:t>  the TF that actually drives the program in the cell you care about</a:t>
            </a:r>
          </a:p>
        </p:txBody>
      </p:sp>
      <p:pic>
        <p:nvPicPr>
          <p:cNvPr id="6" name="Picture 5" descr="sc_tier4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11914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41605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Tier-4 motif-pruned regulon conservation &amp; stability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